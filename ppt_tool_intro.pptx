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9c14b56644cdc" /><Relationship Type="http://schemas.openxmlformats.org/officeDocument/2006/relationships/extended-properties" Target="/docProps/app.xml" Id="Rb18df61560574ac8" /><Relationship Type="http://schemas.openxmlformats.org/officeDocument/2006/relationships/officeDocument" Target="/ppt/presentation.xml" Id="Re152ece521ce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c656a57b544ee0"/>
  </p:sldMasterIdLst>
  <p:notesMasterIdLst>
    <p:notesMasterId xmlns:r="http://schemas.openxmlformats.org/officeDocument/2006/relationships" r:id="R25cc2f23f6424593"/>
  </p:notesMasterIdLst>
  <p:sldIdLst>
    <p:sldId xmlns:r="http://schemas.openxmlformats.org/officeDocument/2006/relationships" id="256" r:id="R1c5ad67383184362"/>
    <p:sldId xmlns:r="http://schemas.openxmlformats.org/officeDocument/2006/relationships" id="257" r:id="R916ba5c8490d4a81"/>
    <p:sldId xmlns:r="http://schemas.openxmlformats.org/officeDocument/2006/relationships" id="258" r:id="R1927ebfed76e4eca"/>
    <p:sldId xmlns:r="http://schemas.openxmlformats.org/officeDocument/2006/relationships" id="259" r:id="Rcf9db6e8bd784e8b"/>
    <p:sldId xmlns:r="http://schemas.openxmlformats.org/officeDocument/2006/relationships" id="260" r:id="Rbf3cb214aa50411b"/>
    <p:sldId xmlns:r="http://schemas.openxmlformats.org/officeDocument/2006/relationships" id="261" r:id="Rc8f7d6c0858e49a0"/>
    <p:sldId xmlns:r="http://schemas.openxmlformats.org/officeDocument/2006/relationships" id="262" r:id="Rb6425a15ba8a44a4"/>
    <p:sldId xmlns:r="http://schemas.openxmlformats.org/officeDocument/2006/relationships" id="263" r:id="R4a19e805f60e4d8c"/>
    <p:sldId xmlns:r="http://schemas.openxmlformats.org/officeDocument/2006/relationships" id="264" r:id="R83c96bc907644553"/>
    <p:sldId xmlns:r="http://schemas.openxmlformats.org/officeDocument/2006/relationships" id="265" r:id="Re8be2f32f2c14dac"/>
    <p:sldId xmlns:r="http://schemas.openxmlformats.org/officeDocument/2006/relationships" id="266" r:id="Ra77d81b9ee71496f"/>
    <p:sldId xmlns:r="http://schemas.openxmlformats.org/officeDocument/2006/relationships" id="267" r:id="R68452d7baa8944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c656a57b544ee0" /><Relationship Type="http://schemas.openxmlformats.org/officeDocument/2006/relationships/theme" Target="/ppt/theme/theme1.xml" Id="R60e510bf4c734baa" /><Relationship Type="http://schemas.openxmlformats.org/officeDocument/2006/relationships/notesMaster" Target="/ppt/notesMasters/notesMaster1.xml" Id="R25cc2f23f6424593" /><Relationship Type="http://schemas.openxmlformats.org/officeDocument/2006/relationships/presProps" Target="/ppt/presProps.xml" Id="R9a35787df1854983" /><Relationship Type="http://schemas.openxmlformats.org/officeDocument/2006/relationships/viewProps" Target="/ppt/viewProps.xml" Id="R55f18e5f801c4e86" /><Relationship Type="http://schemas.openxmlformats.org/officeDocument/2006/relationships/tableStyles" Target="/ppt/tableStyles.xml" Id="R8c4d93b551914c15" /><Relationship Type="http://schemas.openxmlformats.org/officeDocument/2006/relationships/slide" Target="/ppt/slides/slide1.xml" Id="R1c5ad67383184362" /><Relationship Type="http://schemas.openxmlformats.org/officeDocument/2006/relationships/slide" Target="/ppt/slides/slide2.xml" Id="R916ba5c8490d4a81" /><Relationship Type="http://schemas.openxmlformats.org/officeDocument/2006/relationships/slide" Target="/ppt/slides/slide3.xml" Id="R1927ebfed76e4eca" /><Relationship Type="http://schemas.openxmlformats.org/officeDocument/2006/relationships/slide" Target="/ppt/slides/slide4.xml" Id="Rcf9db6e8bd784e8b" /><Relationship Type="http://schemas.openxmlformats.org/officeDocument/2006/relationships/slide" Target="/ppt/slides/slide5.xml" Id="Rbf3cb214aa50411b" /><Relationship Type="http://schemas.openxmlformats.org/officeDocument/2006/relationships/slide" Target="/ppt/slides/slide6.xml" Id="Rc8f7d6c0858e49a0" /><Relationship Type="http://schemas.openxmlformats.org/officeDocument/2006/relationships/slide" Target="/ppt/slides/slide7.xml" Id="Rb6425a15ba8a44a4" /><Relationship Type="http://schemas.openxmlformats.org/officeDocument/2006/relationships/slide" Target="/ppt/slides/slide8.xml" Id="R4a19e805f60e4d8c" /><Relationship Type="http://schemas.openxmlformats.org/officeDocument/2006/relationships/slide" Target="/ppt/slides/slide9.xml" Id="R83c96bc907644553" /><Relationship Type="http://schemas.openxmlformats.org/officeDocument/2006/relationships/slide" Target="/ppt/slides/slide10.xml" Id="Re8be2f32f2c14dac" /><Relationship Type="http://schemas.openxmlformats.org/officeDocument/2006/relationships/slide" Target="/ppt/slides/slide11.xml" Id="Ra77d81b9ee71496f" /><Relationship Type="http://schemas.openxmlformats.org/officeDocument/2006/relationships/slide" Target="/ppt/slides/slide12.xml" Id="R68452d7baa8944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438ee71dbd7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a4aa136c844607" /><Relationship Type="http://schemas.openxmlformats.org/officeDocument/2006/relationships/notesMaster" Target="/ppt/notesMasters/notesMaster1.xml" Id="R16f1479e8dfb44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d6f264431147a3" /><Relationship Type="http://schemas.openxmlformats.org/officeDocument/2006/relationships/notesMaster" Target="/ppt/notesMasters/notesMaster1.xml" Id="Ra7cd93b676c148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f7eb6076b04c0e" /><Relationship Type="http://schemas.openxmlformats.org/officeDocument/2006/relationships/notesMaster" Target="/ppt/notesMasters/notesMaster1.xml" Id="R792c6f52ffc149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35e2f5dee44935" /><Relationship Type="http://schemas.openxmlformats.org/officeDocument/2006/relationships/notesMaster" Target="/ppt/notesMasters/notesMaster1.xml" Id="Rab28398884634a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4a4d7729d24f9d" /><Relationship Type="http://schemas.openxmlformats.org/officeDocument/2006/relationships/notesMaster" Target="/ppt/notesMasters/notesMaster1.xml" Id="R48ae45f6ff9444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a70bb1d374c3b" /><Relationship Type="http://schemas.openxmlformats.org/officeDocument/2006/relationships/notesMaster" Target="/ppt/notesMasters/notesMaster1.xml" Id="R19fa75f6d178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dbbe4d8d104c86" /><Relationship Type="http://schemas.openxmlformats.org/officeDocument/2006/relationships/notesMaster" Target="/ppt/notesMasters/notesMaster1.xml" Id="Recbba631766c4a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2da78b3b8d4f1c" /><Relationship Type="http://schemas.openxmlformats.org/officeDocument/2006/relationships/notesMaster" Target="/ppt/notesMasters/notesMaster1.xml" Id="R281490c1f0d644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63ce0f5d948e1" /><Relationship Type="http://schemas.openxmlformats.org/officeDocument/2006/relationships/notesMaster" Target="/ppt/notesMasters/notesMaster1.xml" Id="R2038049784e147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ff10bd7d39433f" /><Relationship Type="http://schemas.openxmlformats.org/officeDocument/2006/relationships/notesMaster" Target="/ppt/notesMasters/notesMaster1.xml" Id="R4c860c5b20dd45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7458937d224b98" /><Relationship Type="http://schemas.openxmlformats.org/officeDocument/2006/relationships/notesMaster" Target="/ppt/notesMasters/notesMaster1.xml" Id="R4a164fa6133f46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629a89e9c174f13" /><Relationship Type="http://schemas.openxmlformats.org/officeDocument/2006/relationships/notesMaster" Target="/ppt/notesMasters/notesMaster1.xml" Id="Re5e3a8dc97d841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333c745564d6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fb3eade50aa4e3f" /><Relationship Type="http://schemas.openxmlformats.org/officeDocument/2006/relationships/slideLayout" Target="/ppt/slideLayouts/slideLayout2.xml" Id="Raf3424165c0440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3424165c0440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8844d8a43b45fc" /><Relationship Type="http://schemas.openxmlformats.org/officeDocument/2006/relationships/notesSlide" Target="/ppt/notesSlides/notesSlide1.xml" Id="R5c525307dcbb45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e605c46ea44452" /><Relationship Type="http://schemas.openxmlformats.org/officeDocument/2006/relationships/notesSlide" Target="/ppt/notesSlides/notesSlide2.xml" Id="Rdb35cc19553c4d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2cc34d78544c67" /><Relationship Type="http://schemas.openxmlformats.org/officeDocument/2006/relationships/notesSlide" Target="/ppt/notesSlides/notesSlide3.xml" Id="Rbd0488283ec64f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9a5763ba494d4b" /><Relationship Type="http://schemas.openxmlformats.org/officeDocument/2006/relationships/notesSlide" Target="/ppt/notesSlides/notesSlide4.xml" Id="R3614c0a78d6045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a5812f382c47a1" /><Relationship Type="http://schemas.openxmlformats.org/officeDocument/2006/relationships/notesSlide" Target="/ppt/notesSlides/notesSlide5.xml" Id="Ra71a2233295b4e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a265c0263743c1" /><Relationship Type="http://schemas.openxmlformats.org/officeDocument/2006/relationships/notesSlide" Target="/ppt/notesSlides/notesSlide6.xml" Id="R633e0cbdbe24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b4f41f01604d8b" /><Relationship Type="http://schemas.openxmlformats.org/officeDocument/2006/relationships/notesSlide" Target="/ppt/notesSlides/notesSlide7.xml" Id="R3d254227f1fb44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d65bbf1e344d9c" /><Relationship Type="http://schemas.openxmlformats.org/officeDocument/2006/relationships/notesSlide" Target="/ppt/notesSlides/notesSlide8.xml" Id="R47001041b870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1c85631bc94562" /><Relationship Type="http://schemas.openxmlformats.org/officeDocument/2006/relationships/notesSlide" Target="/ppt/notesSlides/notesSlide9.xml" Id="R10ba8a1e090d4f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2578aeb9284e0d" /><Relationship Type="http://schemas.openxmlformats.org/officeDocument/2006/relationships/notesSlide" Target="/ppt/notesSlides/notesSlide10.xml" Id="Rba8d9a3d904047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27bc7310b848ef" /><Relationship Type="http://schemas.openxmlformats.org/officeDocument/2006/relationships/notesSlide" Target="/ppt/notesSlides/notesSlide11.xml" Id="R00976da26b6649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324d80adc4077" /><Relationship Type="http://schemas.openxmlformats.org/officeDocument/2006/relationships/notesSlide" Target="/ppt/notesSlides/notesSlide12.xml" Id="R4db4e72f0a7945b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A52BD-81CA-47D2-A4C1-FFEAC679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2A24C-0409-4AD6-B316-D1E61921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9DCB9-B408-4BF0-874A-FAD4029B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D34C3-F007-4E1D-85D6-FB32D51D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5B4FC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A5B4FC"/>
                </a:solidFill>
                <a:latin typeface="PingFang TC"/>
                <a:ea typeface="PingFang TC"/>
                <a:cs typeface="PingFang TC"/>
              </a:rPr>
              <a:t>AI WORKFLOW TOOL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A5106-57CE-4346-8BA1-26A8B609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000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7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PowerPoint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37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轉影片工具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C7C1C9-7B9F-4D5C-861D-BD431C8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561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BD5E1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CBD5E1"/>
                </a:solidFill>
                <a:latin typeface="PingFang TC"/>
                <a:ea typeface="PingFang TC"/>
                <a:cs typeface="PingFang TC"/>
              </a:rPr>
              <a:t>把簡報內容轉成有旁白、有畫面動態、可直接播放的完整影片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C7C12-3A2A-4208-8C61-0346EB87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914400"/>
            <a:ext cx="42672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50298-63FC-4003-82CF-3FB9BB4B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219200"/>
            <a:ext cx="3695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47556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F0166-A3A8-4E0A-9DE5-E280A846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562100"/>
            <a:ext cx="3105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1DB64-4EE8-4010-A2B9-1C22AD23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57400"/>
            <a:ext cx="2333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C41DBC-3FFB-43F3-B70E-0544B036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57450"/>
            <a:ext cx="2743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0F7FF0-7BF4-4D50-A482-266C988C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8575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D3CD0-C3E4-4EE9-BEEC-73BB44E3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19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04FC4-4719-43DF-B08D-347914D9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C0A8DA-A3BF-471E-8CDE-A453CC6E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19500"/>
            <a:ext cx="1104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AD826-07A8-4F69-81CD-15AF5FA5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909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6C541-C2D9-4EEF-8209-B085837E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90950"/>
            <a:ext cx="1123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VOICE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F3847F-16F8-470D-87FD-D4F367D7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909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9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MP4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E25DA4-8EF8-4632-AA48-F0707BFD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0D362-782E-43DB-86ED-4E0E53B8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7205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CLI 批次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24B368-2DD0-49B4-B33C-63F5A2FB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83EB67-7BD6-4DDC-A6C3-ABEFCCB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7205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GUI 操作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BEEA6E-1722-4290-B1F2-077504D3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9149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A96D4-E585-4969-B219-4C91836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API 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04F4F8-DD38-43FF-8DA5-9AA2B17B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579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pPr>
            <a:r>
              <a:rPr sz="750" b="0">
                <a:solidFill>
                  <a:srgbClr val="94A3B8"/>
                </a:solidFill>
                <a:latin typeface="PingFang TC"/>
                <a:ea typeface="PingFang TC"/>
                <a:cs typeface="PingFang TC"/>
              </a:rPr>
              <a:t>OpenAI Images | MiniMax TTS / Hailuo | ffmpeg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DD6FBD-4527-4C90-86A8-E74DBD8E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008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4A3B8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94A3B8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0979901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DC4C8-239C-4CD4-A34F-B5EF8F53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557E6-47E4-4163-8EB3-149945AC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B15B6-95C4-416F-B1BB-C84392F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EFB87-E033-4655-BF02-47E3CC13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9DFB0-4CB9-477F-B370-884B7696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A2192-DCD5-4389-A9BB-A22A997F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5BCC8-0C31-40B0-9132-733039B1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82195-52C8-420B-97C9-B9A63F3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這個工具解決什麼問題？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DD969-6775-46BE-B9E8-8812D505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把原本分散的剪輯、配音、合成工作，整理成可重複執行的流程。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923C0-5187-4FB2-A249-4D3F9B34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05346-D5EB-4CD8-8A17-58EA9AF8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1C7A1C-2B75-46A9-AC62-171C6C96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內容已完成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A8376-0CFC-42B1-9F20-192C3B59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95600"/>
            <a:ext cx="2686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PPT 已經有邏輯與文字，但還不是影片格式。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3E9958-3A85-4270-82FB-A49AC250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A84A8-390D-4A6B-AC92-0A1F2034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F745CC-AF84-40D6-B29B-8D3A082C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146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製作太分散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B4721-7AC5-4520-A533-56C4B76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95600"/>
            <a:ext cx="2686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圖片、旁白、字幕、剪輯常需要在不同工具之間反覆切換。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346B4-FDCD-470B-96C5-E5BB459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99F4A7-60D4-4297-9256-ABC82DAA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81242-4A8A-42C2-9E4E-F015663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難以重複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0E917-213A-4FC1-B64D-5F2BAD5C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26860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每次修改都要重新整理片段與順序，成本越改越高。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5C059F-8BAA-4947-BC3F-59AE3607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10150"/>
            <a:ext cx="9753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4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CE9BF-B98F-4806-8A08-B926A4F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57800"/>
            <a:ext cx="918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5F46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65F46"/>
                </a:solidFill>
                <a:latin typeface="PingFang TC"/>
                <a:ea typeface="PingFang TC"/>
                <a:cs typeface="PingFang TC"/>
              </a:rPr>
              <a:t>解法：把 PPT 轉影片拆成模板、場景圖、旁白、影片片段、合成與串接等可檢查任務。</a:t>
            </a:r>
          </a:p>
        </p:txBody>
      </p:sp>
    </p:spTree>
    <p:extLst>
      <p:ext uri="{BB962C8B-B14F-4D97-AF65-F5344CB8AC3E}">
        <p14:creationId xmlns:p14="http://schemas.microsoft.com/office/powerpoint/2010/main" val="1566283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9DAAE-53F6-46BC-9E46-D4205F1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E3651-A7DA-4DFD-9DCB-BB0E37A5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FC6DE-BF66-437D-85A1-D99AB4BC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07850-8D80-4C5D-99AB-E1E3104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723C8-2FE9-4659-8481-AA8DD184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CFE59-F926-4B80-A352-7284F95F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ENTRY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EAEE61-2F4D-481D-AF64-96847F36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28317-75A8-4681-A22B-BA8287EC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兩種使用入口，同一套核心流程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5C6C0-08AB-4008-A741-D6981419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CLI 適合批次與自動化；GUI 適合手動操作與快速測試。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AEB9E-7FA7-4D29-B56E-602B0A71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FF913D-8240-4989-A45B-A9A969B1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24100"/>
            <a:ext cx="47625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D6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F75768-BE2D-46FD-BE92-A980F13E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app.py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DC427-DD36-414F-B0BB-CE14BA60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gui.py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94313-4A67-4882-99DF-04D4402C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381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CLI 指令工具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適合批次處理與自動化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所有 API 與媒體處理邏輯都在這裡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19425-6FD1-41E1-8F93-05DA5CA1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76600"/>
            <a:ext cx="3810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tkinter 圖形化介面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適合手動操作與快速測試</a:t>
            </a:r>
          </a:p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把使用者輸入轉成 CLI 指令執行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A05AA-EF7E-4C74-9212-888AE1D2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6195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C55F90-11EC-47BA-BC34-D200847F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909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4914A-0A42-4FF8-8EF6-31B8E98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243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shared pipeline</a:t>
            </a:r>
          </a:p>
        </p:txBody>
      </p:sp>
    </p:spTree>
    <p:extLst>
      <p:ext uri="{BB962C8B-B14F-4D97-AF65-F5344CB8AC3E}">
        <p14:creationId xmlns:p14="http://schemas.microsoft.com/office/powerpoint/2010/main" val="8803128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0C215-00F7-4AAA-B405-0010BD7E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DA86B-7FF6-4DB3-BB76-3879588F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276A9C-DF08-4AE1-BB84-3BD32B4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1997D-FFAE-47B4-BEEE-79B4245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A6353-8214-4968-A004-6371F5EB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915ED-B1CA-433E-BE67-DA530A28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TASK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A4EEA-06BD-4648-95E9-E5DFE15D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DF33B-F5AA-4700-8D71-CC018EF6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核心能力對應 app.py --task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AE896-437C-4F7C-AD65-90B4A5F9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每個任務都可以單獨檢查、單獨重跑，也方便串成批次流程。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07179-923A-4ACA-B67B-8AFEE841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1F378-4BCB-492A-B26C-AEB70C7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C77CC-C08D-4ACD-9126-E4433B1F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765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template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D6E411-83AD-44CD-BA77-1A2B4FF2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產生模板畫面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C2DCF-9565-47E4-BCBC-235DB184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AC4EE-0295-4297-B5C3-4B11EF18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C661D-BDAF-4B40-9E68-9462590B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F766E"/>
                </a:solidFill>
                <a:latin typeface="PingFang TC"/>
                <a:ea typeface="PingFang TC"/>
                <a:cs typeface="PingFang TC"/>
              </a:rPr>
              <a:t>scene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6EC25-61CF-4440-91D3-1D9E1CD0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0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PPT 圖片變場景圖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2F5B5-DDD1-4A08-A930-1B13B91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2AF042-0654-47A1-874F-42894641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CBAE3-86AF-432C-8B0C-7493AE61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tts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F9240-6B85-4F44-93DD-BAB59357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0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文稿轉旁白語音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9405AA-7909-4705-AA6F-D1B94281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9868A-46FB-43CC-BB3A-B217FA2F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1B81DF-B049-4338-AA51-77134F7C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765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580C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EA580C"/>
                </a:solidFill>
                <a:latin typeface="PingFang TC"/>
                <a:ea typeface="PingFang TC"/>
                <a:cs typeface="PingFang TC"/>
              </a:rPr>
              <a:t>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DD27F0-4D4C-4798-9750-380FF79A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圖片生成影片片段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62F644-F207-4D26-817F-E2155D18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DCBF56-82BD-401F-AD27-30532463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396824-FFF5-4823-BEC6-86FE1FD0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052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C2626"/>
                </a:solidFill>
                <a:latin typeface="PingFang TC"/>
                <a:ea typeface="PingFang TC"/>
                <a:cs typeface="PingFang TC"/>
              </a:rPr>
              <a:t>subtitle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71767-1A06-4832-9475-26A7AA9D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燒入字幕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A011A-E4B7-4C6D-A53C-55BAB88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69570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C9CFFE-6CE9-485B-922A-35113039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05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8F574-486E-40E6-897B-3773C38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34A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6A34A"/>
                </a:solidFill>
                <a:latin typeface="PingFang TC"/>
                <a:ea typeface="PingFang TC"/>
                <a:cs typeface="PingFang TC"/>
              </a:rPr>
              <a:t>compose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3EE34-7E64-401D-86CA-B8278313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合成影音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216F2E-4CDF-4A02-87D7-345B6623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24574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BF6C8-DC89-45C9-8BD2-4F947B42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052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2EA0B4-00B7-433E-8FC1-46DFC6D2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0525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91B2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0891B2"/>
                </a:solidFill>
                <a:latin typeface="PingFang TC"/>
                <a:ea typeface="PingFang TC"/>
                <a:cs typeface="PingFang TC"/>
              </a:rPr>
              <a:t>concat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40E72E-CCBA-4383-95B7-DC8CB6C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2910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3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串接最終影片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D0B5A8-D20B-46F8-A8B3-EC55A15A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085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550B32-79CE-428F-80F0-7B5184EF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62575"/>
            <a:ext cx="1028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3412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9A3412"/>
                </a:solidFill>
                <a:latin typeface="PingFang TC"/>
                <a:ea typeface="PingFang TC"/>
                <a:cs typeface="PingFang TC"/>
              </a:rPr>
              <a:t>任務顆粒度夠小：出錯時不用重做整支影片，只要重跑壞掉的那一段。</a:t>
            </a:r>
          </a:p>
        </p:txBody>
      </p:sp>
    </p:spTree>
    <p:extLst>
      <p:ext uri="{BB962C8B-B14F-4D97-AF65-F5344CB8AC3E}">
        <p14:creationId xmlns:p14="http://schemas.microsoft.com/office/powerpoint/2010/main" val="15001762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7744E-F541-419F-A238-00A4765D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0E2CE-F5E4-4FFD-8D7F-939E2E9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F5E31-9177-4457-A551-D8D99F5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AE2BC-6377-4144-85BF-D6704062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9426C-21AF-495E-B44F-8A554B97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71929-5246-4C2E-9778-17D20BAA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ECOSYSTEM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9A0C7-33C9-4AE4-A08E-BDF6AD24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2F8DC-15F2-4D00-9EF3-0ADB309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需要的外部服務與工具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FCA54-A877-44A5-973A-265B98DD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這個工具負責編排流程，外部服務負責生成與媒體處理。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5B0E6-C28A-46E7-96F6-082C1AF9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54167-7206-42C5-917D-58E20A99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FC789-26E2-43A1-9BD7-A632D43D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OpenAI Images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C768A-CA62-4369-AE87-3791D022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907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產生模板與場景圖片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2406CF-F8A8-4939-8985-87BD76E3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5D9DC-F69F-4C0D-8CE5-1104B27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0EA76-D062-4BF7-A7F9-AF20379E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MiniMax TTS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53E18-3DD4-4C38-AFB9-F994F93A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099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將文稿轉成旁白語音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8607C-94CA-433A-BF17-424996D2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83BFF3-F697-4128-A5EF-B0D5D207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EB2EF-07D0-4F66-8C85-B5434582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580C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EA580C"/>
                </a:solidFill>
                <a:latin typeface="PingFang TC"/>
                <a:ea typeface="PingFang TC"/>
                <a:cs typeface="PingFang TC"/>
              </a:rPr>
              <a:t>MiniMax Hailuo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7A4E92-CB80-4261-B8B7-94766C3B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2907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用場景圖片生成影片片段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1AA49E-E03E-4E5D-985F-B98E7F58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91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AAB886-D582-430F-9A1A-D0ECC80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14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089DAB-00B6-4514-B4CA-A850996D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766E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F766E"/>
                </a:solidFill>
                <a:latin typeface="PingFang TC"/>
                <a:ea typeface="PingFang TC"/>
                <a:cs typeface="PingFang TC"/>
              </a:rPr>
              <a:t>ffmpeg / ffprobe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AF8091-BE42-448D-BAA8-689216BF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48225"/>
            <a:ext cx="619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字幕、影音合成、片段串接與長度偵測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36959-6E9E-4019-8830-FD29277F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59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FECAC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E45E6C-59DD-4012-AC63-E804EDA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72150"/>
            <a:ext cx="982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991B1B"/>
                </a:solidFill>
                <a:latin typeface="PingFang TC"/>
                <a:ea typeface="PingFang TC"/>
                <a:cs typeface="PingFang TC"/>
              </a:defRPr>
            </a:pPr>
            <a:r>
              <a:rPr sz="1013" b="1">
                <a:solidFill>
                  <a:srgbClr val="991B1B"/>
                </a:solidFill>
                <a:latin typeface="PingFang TC"/>
                <a:ea typeface="PingFang TC"/>
                <a:cs typeface="PingFang TC"/>
              </a:rPr>
              <a:t>API Key：OPENAI_API_KEY_FOR_IMAGE、MINIMAX_API_KEY</a:t>
            </a:r>
          </a:p>
        </p:txBody>
      </p:sp>
    </p:spTree>
    <p:extLst>
      <p:ext uri="{BB962C8B-B14F-4D97-AF65-F5344CB8AC3E}">
        <p14:creationId xmlns:p14="http://schemas.microsoft.com/office/powerpoint/2010/main" val="13317837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3098B6-9A0E-4EA1-91B8-E128B2FE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23F17-F0C0-4E4A-AF24-8E83F8F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B7ED6-F923-49BC-AA35-30FCB0D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C7213-03DF-480A-AD7E-6E4DCC2E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AD9C2-3BC0-4246-8409-EA340B9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B56D-5D4D-42C4-8452-725A73BE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DE22D-6F41-41BE-8F44-96CADC08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412B9-C5A0-4ACE-9065-EB19F76D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從 PPT 變影片的整體流程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3663AA-BCD5-430D-AE3B-367FDC69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流程不是一次完成，而是分成可檢查、可重跑的中間成果。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47684-02DA-4F53-91C5-B0659A2D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91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BDBB2-6ECA-4210-8856-8FDCB6BC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4C1C2-C155-4F0D-B9FD-44EB4EF9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8B182-E7E8-4B90-B039-F80F915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PPT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D1A67A-ABC3-4F0F-A791-F25D9EA9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95937-2E87-4DE7-8479-6331BFA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9541CF-0F1F-4667-9F99-20EF81A1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0FFB38-665A-42FB-8579-D473DA5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B318FA-7A23-43A2-95C9-258130AB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8038-A514-4F13-BB6B-6DD8FB57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匯出圖片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86E1B4-C0E7-40AE-841B-4BAE4FF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F1945-3F1B-4A01-AE8C-B0AD9F61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842B02-5795-4328-BBBA-BD7A017B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91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E7FB2-E129-44D5-9A6E-CCB1665A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9A01D0-B553-4C78-8C8E-5B14159A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8927B0-DF84-40AB-B67C-11EE692D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636C37-3DD9-4441-8E1A-4D76C26E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82E436-7F33-4498-A971-4CDDBC6D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F112F7-6DBC-4686-A04B-E15D0DF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BD4147-67CF-4ABD-8CB9-6C319A63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96D397-D778-4D31-BEDD-EE368032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CDCBB7-D21D-43CD-BCA4-AA6281D4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場景圖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667B01-49FF-47CB-BAF7-5A191E51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2CA5CC-9647-4566-A52D-2F1EAA8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2B5C57-0ED2-484A-AACC-D0CE6A3B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68972-4D58-4AA4-8F8E-99673950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1D6473-492E-4B3F-B6B3-3511C737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15B15C-41DE-4FB1-9287-347F777F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旁白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0B259B-51F4-449F-909B-7607CD15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60584B-2083-4186-B9BB-E91F2980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8D93FD-8292-4F75-8B88-A6F5D14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F7B2D9-1FC5-429C-AA10-D02D797D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E00B31-562D-44DB-A2DF-95C6141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778DC-AD75-48DD-AC18-1AB0AB4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影片片段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CEE66C-D8B8-4672-9766-121271AA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660C4B-AC61-49CF-B5B3-6C15DF4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555B00-2E8A-4329-9F44-5B172DD41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891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17EE8B-9715-4A45-BA6A-C90E4F9A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958BD6-6311-4EFA-9A57-4FC3D576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49EC7E8-0730-47FF-B917-9D35C9AE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影音合成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AE1D5C-BF36-47CE-AF33-EC1C993B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33700"/>
            <a:ext cx="209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13872A-0E06-4971-9E4E-FB684505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05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3840A6-8616-4B4E-B717-A6BD4028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71750"/>
            <a:ext cx="1181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C67A3D-F28D-45CF-B81F-36D5D2C5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571750"/>
            <a:ext cx="1181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57099A-C5FE-4F0A-9853-F58A3663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43200"/>
            <a:ext cx="990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F88A9F7-5BD6-4064-BCC8-51BAB818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0512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Final MP4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74B9D13-EB42-4161-8589-387F7689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10325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EFF"/>
          </a:solidFill>
          <a:ln xmlns:a="http://schemas.openxmlformats.org/drawingml/2006/main" w="9525">
            <a:solidFill>
              <a:srgbClr val="A5F3F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486E3C1-8DB7-4B3A-838B-49D4F59B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948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5E75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55E75"/>
                </a:solidFill>
                <a:latin typeface="PingFang TC"/>
                <a:ea typeface="PingFang TC"/>
                <a:cs typeface="PingFang TC"/>
              </a:rPr>
              <a:t>每一步都有中間檔案，因此可以在品質不對、API 失敗或字幕需要微調時，只回到對應節點。</a:t>
            </a:r>
          </a:p>
        </p:txBody>
      </p:sp>
    </p:spTree>
    <p:extLst>
      <p:ext uri="{BB962C8B-B14F-4D97-AF65-F5344CB8AC3E}">
        <p14:creationId xmlns:p14="http://schemas.microsoft.com/office/powerpoint/2010/main" val="13122523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32F5AE-0609-427F-AA38-1B6C578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A8C65-C840-4F6C-A178-CB21BAF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DA570-61B0-480A-B2B8-8672B48A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116E0-747F-404D-9BFB-A607433B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8878E-3A67-44FC-A76B-F0980F1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A66F8-A660-4545-B363-4ADA9D1F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STEP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B4DE2-6E67-4F3B-89A8-E16A3298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9859C-AB09-49F3-92CB-091AC48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準備 PPT 與模板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49AE0-4630-4403-8937-871BCE12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先完成簡報內容，將每頁匯出成 PNG 或 JPEG，再建立共用視覺模板。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658F1-0536-4B98-BDCB-92C34B8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481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6CE89-D4E0-459B-AC8E-1FBA7D0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320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模板會決定影片整體風格，例如新聞棚、教學場景、企業簡報牆。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EFC3C-679B-43B3-A181-D39B30A0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76650"/>
            <a:ext cx="320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建議先把模板定稿，再批次生成各頁場景，避免每一頁風格漂移。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764B8-7E92-4CD7-AEF4-01E6BE94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640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985835-7C39-4B80-8701-5388AF80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6400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2398A-7FE7-4345-85B4-A4DB8BAD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7172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3B380-EE41-4BDB-A058-0B3650A9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38450"/>
            <a:ext cx="5981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template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--prompt "高質感新聞攝影棚，大型簡報牆"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--output template.png</a:t>
            </a:r>
          </a:p>
        </p:txBody>
      </p:sp>
    </p:spTree>
    <p:extLst>
      <p:ext uri="{BB962C8B-B14F-4D97-AF65-F5344CB8AC3E}">
        <p14:creationId xmlns:p14="http://schemas.microsoft.com/office/powerpoint/2010/main" val="7843697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0F7CA-B897-4E20-A392-6A293DB9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5459C-FDEB-4F88-AC68-1E9DE60B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82CB-B069-46F7-A4F3-CAE35653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7D4FB-CDF9-4B27-BDEB-D4F8D8A2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940B1-81BA-45A6-8AD5-4A70D078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D9DAE-8632-43ED-ABE4-3987FA25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STEP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A5891-4168-4518-AFF5-C529F407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AB0CB-ECB9-4BEB-95C2-3541982D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每一頁 PPT 產生場景圖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A2E1D-5318-4523-8EA0-490084C9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把 PPT 匯出圖片放進模板，產生每一頁對應的影片場景。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00032-DCCB-4E16-8F97-3DAB944E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4A720-D968-4F6E-A035-41E5A020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F3AF36-4210-44DC-899D-CECB9147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slide1.png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629FB-4F83-466C-A4B3-57798AB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765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3C02CF-A431-438B-9174-84F8A9B1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D87EF8-7D38-4F6F-ABF4-4E142BAA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F76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7E99B-BE9C-41F9-9F49-90088397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2186B-E361-4CF2-B12A-9B699704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003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template.png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BB14AD-ADD0-4327-96D3-6F1234A9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765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2D32A-A5BC-4390-AD30-513FCBF3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048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0185E-2853-4D3E-BC1C-E29733A9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4795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6A3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0EFFB-0B45-427D-84E2-2684DE4C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479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3B2079-DB5C-439E-8811-4295BEF1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03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863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sence1.png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14E90-E538-49CE-B297-9E9D8D63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4584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491BA3-8011-40CE-BFFD-19F920F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0458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141274-B118-4D09-90EB-646FC5F7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0052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7C105-7A56-4556-A642-74FC3B6C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10039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scene --ppt-image slide1.png --template-image template.png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--scene-number 1 --output sence1.png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5B44D-B23F-4051-80C6-8220B966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04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命名沿用目前專案習慣：sence1.png、sence2.png、sence3.png ...</a:t>
            </a:r>
          </a:p>
        </p:txBody>
      </p:sp>
    </p:spTree>
    <p:extLst>
      <p:ext uri="{BB962C8B-B14F-4D97-AF65-F5344CB8AC3E}">
        <p14:creationId xmlns:p14="http://schemas.microsoft.com/office/powerpoint/2010/main" val="5159827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4A5A2-4C90-498E-B5DA-637A8D9A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113BD-39EB-4D5D-8526-5CA3FEF3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89B38-E4A8-4AD6-91AC-4A279891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CF72D-5BD6-469A-BDF9-64248BF9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6212B-59DA-4D06-A828-FFDBEAD8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3D9CC-0A05-41A7-91A8-F6D6DF72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STEP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1CA7C-CDBA-414A-BD1E-75F45AB7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46BA2-B0AC-470D-8277-79E04B03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產生旁白與影片片段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05DAF-1D76-4944-BF32-7FDAC34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先用 TTS 產生旁白，再用場景圖生成影片片段。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F381AE-8466-447A-9010-78C3B89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3A9A7-9F9F-43A8-A081-9C3385B6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39011-6E5E-4B72-84B0-AF8AEFDF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旁白音檔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D2D43A-2CD2-4080-87FE-D260B7D9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tts 任務可讀取文字檔，輸出 mp3。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54D95-C6BD-4AB1-9C33-C4760D94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238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FFA49-58AB-434D-A4A0-3451D8A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678D4-647C-4768-8CD3-4560DCB2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影片片段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040C0-C779-499E-9096-66C515E7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1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video 任務可用 audio-input 估算影片秒數。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7576-23D8-4C3B-AEFE-19A0ADAF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70675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E74010-F961-4E1F-87B7-4F1A1CA0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7067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2A08D1-1FDE-4798-9D36-E7753551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0507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0A5A4-FFD0-437B-A4C8-CD62ACE2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71800"/>
            <a:ext cx="6648450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tts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--text-file script1.txt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--output speaking-sound/sence1.mp3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video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--image sence1.png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--audio-input speaking-sound/sence1.mp3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--output videos/sence1.mp4</a:t>
            </a:r>
          </a:p>
        </p:txBody>
      </p:sp>
    </p:spTree>
    <p:extLst>
      <p:ext uri="{BB962C8B-B14F-4D97-AF65-F5344CB8AC3E}">
        <p14:creationId xmlns:p14="http://schemas.microsoft.com/office/powerpoint/2010/main" val="880701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1CDEEA-DC8D-4338-B996-F83A089F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E2D52-63FF-4024-A07E-9E487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2ADCF-E18A-459A-857E-18000622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117D6-3B75-4B8A-B221-A95E3301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E3FA2-5AB1-44A6-A93A-18C6979C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16A359-5996-4E74-A20B-52D084AF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STEP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18203-B84D-4229-903A-A5EC53BE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BD203-9760-4A16-9143-89185404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合成與串接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DC2E7-53DE-45D9-AFF5-F5E1DD94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每一段影片先和旁白合成，最後把所有片段串成完整影片。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5814A-5BA6-4690-AEA8-92C59B78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591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988A7-B8BB-487D-96DC-22471E29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0591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88C6B-B5DE-48CF-8C9B-F49ABA17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7925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38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F7732-E67A-44F3-9598-8745D601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10172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compose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--video-input videos/sence1.mp4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--audio-input speaking-sound/sence1.mp3 \</a:t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  --output merged/sence1.mp4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5E7EB"/>
                </a:solidFill>
                <a:latin typeface="Menlo"/>
                <a:ea typeface="Menlo"/>
                <a:cs typeface="Menlo"/>
              </a:defRPr>
            </a:pPr>
            <a:r>
              <a:rPr sz="915" b="0">
                <a:solidFill>
                  <a:srgbClr val="E5E7EB"/>
                </a:solidFill>
                <a:latin typeface="Menlo"/>
                <a:ea typeface="Menlo"/>
                <a:cs typeface="Menlo"/>
              </a:rPr>
              <a:t>python app.py --task concat --input-dir merged --output final.mp4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B6A7F-4439-437E-885C-ACC21EFF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0591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ED7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CC36C8-180B-4CBB-9854-7F73D0BC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43525"/>
            <a:ext cx="9867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9A3412"/>
                </a:solidFill>
                <a:latin typeface="PingFang TC"/>
                <a:ea typeface="PingFang TC"/>
                <a:cs typeface="PingFang TC"/>
              </a:defRPr>
            </a:pPr>
            <a:r>
              <a:rPr sz="1088" b="1">
                <a:solidFill>
                  <a:srgbClr val="9A3412"/>
                </a:solidFill>
                <a:latin typeface="PingFang TC"/>
                <a:ea typeface="PingFang TC"/>
                <a:cs typeface="PingFang TC"/>
              </a:rPr>
              <a:t>concat 指定資料夾時，會優先依 sence*.mp4 編號排序。</a:t>
            </a:r>
          </a:p>
        </p:txBody>
      </p:sp>
    </p:spTree>
    <p:extLst>
      <p:ext uri="{BB962C8B-B14F-4D97-AF65-F5344CB8AC3E}">
        <p14:creationId xmlns:p14="http://schemas.microsoft.com/office/powerpoint/2010/main" val="20932819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7CCC2-F141-40DF-B190-D7C6A14B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7E37A-D660-4AA8-896B-6DA75887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4BCCA-0D7D-429D-9071-6279D546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79772-874D-40BF-BD13-ABD75DA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592E85-31DD-40BE-9787-BD875305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7FB86-45D9-45AE-9584-46D3F9BA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GUI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B5E0B-6FE8-43EE-B77B-97A4F0E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9B46B3-2125-456D-9397-BEC2BC41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GUI 適合怎麼用？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29046-13B5-479B-A180-1CB82A62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不熟悉指令時，可以用 GUI 逐步操作同一套流程。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A531EE-9159-41E9-9C42-11A280DB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64198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FBF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B8EEE1-67FB-454F-987C-11E55AE8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6419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9FC35-F903-4D12-9497-0595CD64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381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7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PowerPoint 轉影片工具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E4A5F-A14B-41EE-8CAF-47380A5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937C03-CD49-40C6-8A83-993B873A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AD87D-F9DC-4FD3-8789-2AEF567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04599-ABDC-4714-8B1C-3156724E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Scene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3D4B4-19BE-4599-83BA-C3CA4FD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041D4C-68BF-463C-90D1-ACE942FB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TTS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F209A-73BB-41D9-AB64-E3CA8C1D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9E159-9EFF-483A-A47B-F1712722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F231C-F6A0-4B39-AB88-1F69C8C3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B9C1B4-B1A9-4BF5-8800-14AC6970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Compose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B1BAE-821C-4021-AB42-8128B70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95600"/>
            <a:ext cx="742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757291-1A0C-44E0-9A56-C865D9C7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71800"/>
            <a:ext cx="742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61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Concat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035B63-ED22-4670-A3D1-FEA6FEC5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6710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AD4D6A-DE00-4CA1-ADBE-80E12524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81251-9E65-4D6D-A472-5C740087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7B523E-36F6-4DC0-A365-9B3711F7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524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82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B45C26-C290-42EE-B7AC-CFD33DA2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3314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466A64-3088-4C4E-B9B4-8F1482F2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431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14C6C-D52D-4B64-B05B-7356C098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33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逐步操作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7B19BA-C665-49D9-9112-22FCFD9A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14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每個任務都有獨立頁籤。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D57C50-0346-4E8A-BF56-9C935C84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3314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BC11C8-3E66-487F-AC9F-F1586EFF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6710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2AE137-1AF0-4DC5-8D80-2134BB5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576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檔案選擇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3717AA-6D81-4649-A165-9C8F7681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386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圖片、語音、字幕與輸出位置都可瀏覽。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71F0F0-CC3E-462C-B9CB-E1ADA582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3314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6B3B80-EC3F-4A2E-A982-C0B6558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591050"/>
            <a:ext cx="666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E51654-15B1-43EC-9BED-4171DD14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方便除錯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211395-1F91-4745-81F0-214156DC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625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6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下方顯示 stdout 與 stderr。</a:t>
            </a:r>
          </a:p>
        </p:txBody>
      </p:sp>
    </p:spTree>
    <p:extLst>
      <p:ext uri="{BB962C8B-B14F-4D97-AF65-F5344CB8AC3E}">
        <p14:creationId xmlns:p14="http://schemas.microsoft.com/office/powerpoint/2010/main" val="3146687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4F24C4-8118-4619-A0AA-D34EDFE7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F0EBA-FD64-44BC-AFE5-30669C89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1D042-716D-4486-BC55-F43B6F5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F2767-302E-496F-8637-E5E7DE31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webpro_ppt_film_maker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A094D-9B0A-49AA-A15E-E6CEA24F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ADD0E-9679-4CB4-9632-187A836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675" b="1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SUMMARY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DE535-4893-48A8-99DD-140AEA1A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0B88FD-3CB0-4CAE-9FB9-0AB1C4CC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382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defRPr>
            </a:pPr>
            <a:r>
              <a:rPr sz="2250" b="1">
                <a:solidFill>
                  <a:srgbClr val="101828"/>
                </a:solidFill>
                <a:latin typeface="PingFang TC"/>
                <a:ea typeface="PingFang TC"/>
                <a:cs typeface="PingFang TC"/>
              </a:rPr>
              <a:t>用清楚的流水線，把 PPT 變成完整影片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E2E05-A813-413D-AF8E-FED4292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088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內容、生成、媒體處理與操作介面各司其職，修改時也能回到單一節點。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6442F-364A-4A5B-B52D-186AD782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1B45CB-1322-4143-965D-3974CC92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50E79-D1AB-4078-A8C5-B919A4FC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2563EB"/>
                </a:solidFill>
                <a:latin typeface="PingFang TC"/>
                <a:ea typeface="PingFang TC"/>
                <a:cs typeface="PingFang TC"/>
              </a:rPr>
              <a:t>PPT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96EBD-E5CF-48DC-9A0A-AAD5796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負責內容與邏輯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F6228-A1F9-4A76-872E-F3EEFBB6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AE926-C911-461F-AF18-0256B09E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9233B-564F-4ADD-A8E1-10B5E8DB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0F766E"/>
                </a:solidFill>
                <a:latin typeface="PingFang TC"/>
                <a:ea typeface="PingFang TC"/>
                <a:cs typeface="PingFang TC"/>
              </a:rPr>
              <a:t>OpenAI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DF80E7-BB0C-4632-A613-B8F37BF6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57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負責模板與場景視覺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92CBB7-A50B-4E7E-B25D-B1350F22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EB30F-AC94-4A46-B6E9-C96127D5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95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61A3AC-FB4C-4338-B41E-0E0CFA8D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C3AED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7C3AED"/>
                </a:solidFill>
                <a:latin typeface="PingFang TC"/>
                <a:ea typeface="PingFang TC"/>
                <a:cs typeface="PingFang TC"/>
              </a:rPr>
              <a:t>MiniMax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77646-DAC2-491B-86F5-7D622789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負責旁白與影片生成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58ED1-0157-464C-B5C4-16BFB75D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30AB8-0945-40EC-86D9-B856EE3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95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3B4FB-EED9-4394-92A3-985475D9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580C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EA580C"/>
                </a:solidFill>
                <a:latin typeface="PingFang TC"/>
                <a:ea typeface="PingFang TC"/>
                <a:cs typeface="PingFang TC"/>
              </a:rPr>
              <a:t>ffmpeg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CEDF0-8021-4993-83A1-3CE5756B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57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負責字幕、影音合成與串接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95D93E-7CBE-442C-8194-43F7CC7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620BBB-2829-41E5-99AD-0462C99D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955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60034-A611-4BAE-A19F-455D4C1A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1940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A34A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6A34A"/>
                </a:solidFill>
                <a:latin typeface="PingFang TC"/>
                <a:ea typeface="PingFang TC"/>
                <a:cs typeface="PingFang TC"/>
              </a:rPr>
              <a:t>CLI / GUI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42EFA-8F4F-47ED-ACCF-798E0011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575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863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讓流程可以自動化，也可以手動操作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ED4D01-BAEA-4825-80A4-F3C33127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3A6D92-117B-4114-B3FD-CB668E2B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53025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最終目標：用可重複、可調整的流程，把簡報快速變成完整影片。</a:t>
            </a:r>
          </a:p>
        </p:txBody>
      </p:sp>
    </p:spTree>
    <p:extLst>
      <p:ext uri="{BB962C8B-B14F-4D97-AF65-F5344CB8AC3E}">
        <p14:creationId xmlns:p14="http://schemas.microsoft.com/office/powerpoint/2010/main" val="18033413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2026-05-18T10:28:58.8150000Z</dcterms:created>
  <dcterms:modified xsi:type="dcterms:W3CDTF">2026-05-18T10:28:58.8150000Z</dcterms:modified>
</coreProperties>
</file>